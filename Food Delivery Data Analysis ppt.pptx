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223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33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66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77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1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5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7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33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9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2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CCCD3F0-EC78-4B21-B671-76A61C4745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49232A6-BC2E-433A-A979-3507EF69EF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469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B8DE-3249-4A0F-8095-B88542FEBE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Food Delivery Data Analysis Dashboard</a:t>
            </a:r>
            <a:br>
              <a:rPr lang="en-US" dirty="0"/>
            </a:br>
            <a:r>
              <a:rPr lang="en-US" sz="3100" dirty="0"/>
              <a:t>Data Cleaning, Analysis &amp; Interactive Dashboard in Excel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2BB16-3BB9-4C0A-A12C-7C2D30F80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729940"/>
            <a:ext cx="10656520" cy="1143000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+mn-lt"/>
                <a:cs typeface="Arial" panose="020B0604020202020204" pitchFamily="34" charset="0"/>
              </a:rPr>
              <a:t>Prepared By: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+mn-lt"/>
                <a:cs typeface="Arial" panose="020B0604020202020204" pitchFamily="34" charset="0"/>
              </a:rPr>
              <a:t>Prerna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 Palsapure</a:t>
            </a:r>
            <a:br>
              <a:rPr lang="en-US" sz="1800" dirty="0">
                <a:latin typeface="+mn-lt"/>
                <a:cs typeface="Arial" panose="020B0604020202020204" pitchFamily="34" charset="0"/>
              </a:rPr>
            </a:br>
            <a:r>
              <a:rPr lang="en-US" sz="1800" b="1" dirty="0">
                <a:latin typeface="+mn-lt"/>
                <a:cs typeface="Arial" panose="020B0604020202020204" pitchFamily="34" charset="0"/>
              </a:rPr>
              <a:t>Tools Used: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 Microsoft Excel (Pivot Tables, Pivot Charts, Slicers, Dashboarding)</a:t>
            </a:r>
            <a:br>
              <a:rPr lang="en-US" sz="1800" dirty="0">
                <a:latin typeface="+mn-lt"/>
                <a:cs typeface="Arial" panose="020B0604020202020204" pitchFamily="34" charset="0"/>
              </a:rPr>
            </a:br>
            <a:r>
              <a:rPr lang="en-US" sz="1800" b="1" dirty="0">
                <a:latin typeface="+mn-lt"/>
                <a:cs typeface="Arial" panose="020B0604020202020204" pitchFamily="34" charset="0"/>
              </a:rPr>
              <a:t>Dataset Size: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 120,000+ Rows</a:t>
            </a:r>
          </a:p>
        </p:txBody>
      </p:sp>
    </p:spTree>
    <p:extLst>
      <p:ext uri="{BB962C8B-B14F-4D97-AF65-F5344CB8AC3E}">
        <p14:creationId xmlns:p14="http://schemas.microsoft.com/office/powerpoint/2010/main" val="61679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CC45-2DD9-49B7-A77C-49992083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80AA2-E1BA-44C5-974B-EEA42F859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this project was to clean, analyze, and visualize a large food delivery dataset using Microsoft Excel.</a:t>
            </a:r>
          </a:p>
          <a:p>
            <a:r>
              <a:rPr lang="en-US" dirty="0"/>
              <a:t>The project focuses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cleaning and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Standardizing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pivot tables and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Building an interactive dashboard for business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128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AB5D-6184-4490-B12C-72861BE68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731521"/>
            <a:ext cx="10110651" cy="100584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Dataset Details</a:t>
            </a:r>
            <a:br>
              <a:rPr lang="en-US" dirty="0"/>
            </a:br>
            <a:r>
              <a:rPr lang="en-US" sz="2000" dirty="0"/>
              <a:t>The dataset contains food delivery and restaurant-related information.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213AC-782D-4F5C-AAAB-64B5C5C4C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Columns Included:</a:t>
            </a:r>
          </a:p>
          <a:p>
            <a:r>
              <a:rPr lang="en-US" dirty="0"/>
              <a:t>Restaurant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Dining Rating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Rating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Dining 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Cuisine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Place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Item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BestSeller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Prices</a:t>
            </a:r>
          </a:p>
          <a:p>
            <a:r>
              <a:rPr lang="en-US" b="1" dirty="0"/>
              <a:t>Dataset Size: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120K+ Rows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Cities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Restaurant Categories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323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C150-7639-4838-AA28-188117493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Steps Performed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20630-54EA-455C-AD0B-EFA83C27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endParaRPr lang="en-US" b="1" dirty="0"/>
          </a:p>
          <a:p>
            <a:r>
              <a:rPr lang="en-US" b="1" dirty="0"/>
              <a:t>1. Handling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Dining Rating missing values analyzed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Rating missing values analyzed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BestSeller blank values replaced with "NORMAL"</a:t>
            </a:r>
          </a:p>
          <a:p>
            <a:r>
              <a:rPr lang="en-US" b="1" dirty="0"/>
              <a:t>2. Text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Removed extra spaces using TRIM()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Standardized categorical values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3. Data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Checked for negative prices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Checked for invalid 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Investigated duplicate records</a:t>
            </a:r>
          </a:p>
          <a:p>
            <a:r>
              <a:rPr lang="en-US" b="1" dirty="0"/>
              <a:t>4. Additional Columns Created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Cleaned 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Cleaned BestSeller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Dining Rating Missing Flag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10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7F33D-195F-49AF-AE97-AE10087F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6719B-AFC6-41EB-8B01-DE6B74A38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endParaRPr lang="en-US" b="1" dirty="0"/>
          </a:p>
          <a:p>
            <a:r>
              <a:rPr lang="en-US" b="1" dirty="0"/>
              <a:t>Challenges During the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dataset caused Excel performance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120K+ rows efficiently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Identifying meaningful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Managing duplicate-looking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readable dashboard visuals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 Solutions Applied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helper columns instead of heavy formatting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Avoided unnecessary duplicate removal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Pivot Tables for summarization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Optimized dashboard layout for readability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56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8400-7013-4E07-8B3E-4E8B1AC4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8F1C0-9599-4925-B294-4A7BD4E1D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dashboard includes the following KPIs: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Restaurants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Dining Rating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Delivery Rating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Price</a:t>
            </a:r>
          </a:p>
          <a:p>
            <a:r>
              <a:rPr lang="en-US" dirty="0"/>
              <a:t>These KPIs help provide a quick overview of restaurant performance and customer engagement.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097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143E0-B15D-46CF-AF05-D356CCDC0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7684D-79E3-435D-A3C4-86D46EAE6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 Charts Included: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10 Restaurants by 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Cuisine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Price by Cuisine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BestSeller Category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City-wise Average 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10 Premium Food Items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Interactive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Slicers for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 Pivot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Interactive Dashboard Navigation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079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2CD3-4D8C-4394-BFDE-35DB7A6A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509E7-981A-4FED-9E6F-DA868BF44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Insights Generated from the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BESTSELLER items dominate customer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Certain cuisines have significantly higher average prices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Hyderabad restaurants showed strong average 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Restaurants with higher ratings generally received more 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Premium food items received high customer attention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60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B86D-53B6-4C08-9B2C-D9F9185A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Skills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A5E0-463D-4DB0-B268-366A36DF7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endParaRPr lang="en-US" b="1" dirty="0"/>
          </a:p>
          <a:p>
            <a:r>
              <a:rPr lang="en-US" b="1" dirty="0"/>
              <a:t>Tools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Microsoft 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Pivot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Pivot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Slicers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Cleaning Functions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Skills Demonstrated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Insight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Excel Reporting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549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D247-2DAC-4227-9C83-EBB9BC4A7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BAB04-134C-4B62-A64B-1F451B877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the complete workflow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Cleaning raw business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interactive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Building business dashboards in Excel</a:t>
            </a:r>
          </a:p>
          <a:p>
            <a:r>
              <a:rPr lang="en-US" dirty="0"/>
              <a:t>The dashboard helps users analyze restaurant performance, customer engagement, pricing trends, and cuisine distribution efficiently.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94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E7E7-35D6-44DE-B34F-7F571515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79269"/>
            <a:ext cx="10058400" cy="4088674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Thank You</a:t>
            </a:r>
            <a:br>
              <a:rPr lang="en-US" b="1" dirty="0"/>
            </a:br>
            <a:r>
              <a:rPr lang="en-US" sz="2000" dirty="0"/>
              <a:t>Questions &amp; Discussion</a:t>
            </a:r>
            <a:br>
              <a:rPr lang="en-US" sz="2000" dirty="0"/>
            </a:br>
            <a:r>
              <a:rPr lang="en-US" sz="2000" dirty="0"/>
              <a:t>Prepared by: </a:t>
            </a:r>
            <a:r>
              <a:rPr lang="en-US" sz="2000" dirty="0" err="1"/>
              <a:t>Prerna</a:t>
            </a:r>
            <a:r>
              <a:rPr lang="en-US" sz="2000" dirty="0"/>
              <a:t> Palsapure Aspiring Data Analyst | Data Science Enthusiast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7190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</TotalTime>
  <Words>473</Words>
  <Application>Microsoft Office PowerPoint</Application>
  <PresentationFormat>Widescreen</PresentationFormat>
  <Paragraphs>120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Retrospect</vt:lpstr>
      <vt:lpstr>Food Delivery Data Analysis Dashboard Data Cleaning, Analysis &amp; Interactive Dashboard in Excel</vt:lpstr>
      <vt:lpstr>Project Objective</vt:lpstr>
      <vt:lpstr>   Dataset Details The dataset contains food delivery and restaurant-related information.</vt:lpstr>
      <vt:lpstr>Data Cleaning Steps Performed</vt:lpstr>
      <vt:lpstr>Challenges Faced</vt:lpstr>
      <vt:lpstr>Key Performance Indicators</vt:lpstr>
      <vt:lpstr>Visualizations Used</vt:lpstr>
      <vt:lpstr>Key Insights</vt:lpstr>
      <vt:lpstr>Tools &amp; Skills Used</vt:lpstr>
      <vt:lpstr>Conclusion</vt:lpstr>
      <vt:lpstr>Thank You Questions &amp; Discussion Prepared by: Prerna Palsapure Aspiring Data Analyst | Data Science Enthusiast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Data Analysis Dashboard Data Cleaning, Analysis &amp; Interactive Dashboard in Excel</dc:title>
  <dc:creator>Prerana Palsapure</dc:creator>
  <cp:lastModifiedBy>Prerana Palsapure</cp:lastModifiedBy>
  <cp:revision>3</cp:revision>
  <dcterms:created xsi:type="dcterms:W3CDTF">2026-05-10T03:10:48Z</dcterms:created>
  <dcterms:modified xsi:type="dcterms:W3CDTF">2026-05-10T03:33:40Z</dcterms:modified>
</cp:coreProperties>
</file>